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64008" cy="960120"/>
          </a:xfrm>
          <a:prstGeom prst="rect">
            <a:avLst/>
          </a:prstGeom>
          <a:solidFill>
            <a:srgbClr val="BE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65836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3F4B41"/>
                </a:solidFill>
                <a:latin typeface="Yu Gothic"/>
              </a:defRPr>
            </a:pPr>
            <a:r>
              <a:t>はじめてでも安心！花束づくり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E697A"/>
                </a:solidFill>
                <a:latin typeface="Yu Gothic"/>
              </a:defRPr>
            </a:pPr>
            <a:r>
              <a:t>初めての方も、道具なしで参加できます！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400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3F4B41"/>
                </a:solidFill>
                <a:latin typeface="Yu Gothic"/>
              </a:defRPr>
            </a:pPr>
            <a:r>
              <a:t>さくら花店で、初心者向けの花束づくり体験会を開催します。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3F4B41"/>
                </a:solidFill>
                <a:latin typeface="Yu Gothic"/>
              </a:defRPr>
            </a:pPr>
            <a:r>
              <a:t>初めての方も気軽に花束づくりを楽しめます。</a:t>
            </a:r>
          </a:p>
        </p:txBody>
      </p:sp>
      <p:pic>
        <p:nvPicPr>
          <p:cNvPr id="7" name="Picture 6" descr="hanata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404872"/>
            <a:ext cx="3182112" cy="3182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" y="57150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99377"/>
                </a:solidFill>
                <a:latin typeface="Yu Gothic"/>
              </a:defRPr>
            </a:pPr>
            <a:r>
              <a:t>当日の流れ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6117336"/>
            <a:ext cx="6400800" cy="548640"/>
          </a:xfrm>
          <a:prstGeom prst="roundRect">
            <a:avLst>
              <a:gd name="adj" fmla="val 13000"/>
            </a:avLst>
          </a:prstGeom>
          <a:solidFill>
            <a:srgbClr val="F6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236208"/>
            <a:ext cx="6016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F4B41"/>
                </a:solidFill>
                <a:latin typeface="Yu Gothic"/>
              </a:defRPr>
            </a:pPr>
            <a:r>
              <a:t>受付 → 花束づくり → 持ち帰り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6858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99377"/>
                </a:solidFill>
                <a:latin typeface="Yu Gothic"/>
              </a:defRPr>
            </a:pPr>
            <a:r>
              <a:t>開催情報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7251192"/>
            <a:ext cx="6400800" cy="13716"/>
          </a:xfrm>
          <a:prstGeom prst="rect">
            <a:avLst/>
          </a:prstGeom>
          <a:solidFill>
            <a:srgbClr val="E4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7370064"/>
            <a:ext cx="1106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F4B41"/>
                </a:solidFill>
                <a:latin typeface="Yu Gothic"/>
              </a:defRPr>
            </a:pPr>
            <a:r>
              <a:t>日時：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7370064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3F4B41"/>
                </a:solidFill>
                <a:latin typeface="Yu Gothic"/>
              </a:defRPr>
            </a:pPr>
            <a:r>
              <a:t>毎月第1土曜日 14:00〜15:00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7763256"/>
            <a:ext cx="1106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F4B41"/>
                </a:solidFill>
                <a:latin typeface="Yu Gothic"/>
              </a:defRPr>
            </a:pPr>
            <a:r>
              <a:t>場所：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7763256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3F4B41"/>
                </a:solidFill>
                <a:latin typeface="Yu Gothic"/>
              </a:defRPr>
            </a:pPr>
            <a:r>
              <a:t>さくら花店の店舗内（駅から歩いて5分）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8156448"/>
            <a:ext cx="1106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F4B41"/>
                </a:solidFill>
                <a:latin typeface="Yu Gothic"/>
              </a:defRPr>
            </a:pPr>
            <a:r>
              <a:t>参加費：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6504" y="8156448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3F4B41"/>
                </a:solidFill>
                <a:latin typeface="Yu Gothic"/>
              </a:defRPr>
            </a:pPr>
            <a:r>
              <a:t>1人1,000円（花材代込み）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8549640"/>
            <a:ext cx="1106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F4B41"/>
                </a:solidFill>
                <a:latin typeface="Yu Gothic"/>
              </a:defRPr>
            </a:pPr>
            <a:r>
              <a:t>定員：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8549640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3F4B41"/>
                </a:solidFill>
                <a:latin typeface="Yu Gothic"/>
              </a:defRPr>
            </a:pPr>
            <a:r>
              <a:t>各回6名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8942832"/>
            <a:ext cx="1106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F4B41"/>
                </a:solidFill>
                <a:latin typeface="Yu Gothic"/>
              </a:defRPr>
            </a:pPr>
            <a:r>
              <a:t>持ち物：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6504" y="894283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3F4B41"/>
                </a:solidFill>
                <a:latin typeface="Yu Gothic"/>
              </a:defRPr>
            </a:pPr>
            <a:r>
              <a:t>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940003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99377"/>
                </a:solidFill>
                <a:latin typeface="Yu Gothic"/>
              </a:defRPr>
            </a:pPr>
            <a:r>
              <a:t>お申込み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9774936"/>
            <a:ext cx="6400800" cy="13716"/>
          </a:xfrm>
          <a:prstGeom prst="rect">
            <a:avLst/>
          </a:prstGeom>
          <a:solidFill>
            <a:srgbClr val="E4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98572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3F4B41"/>
                </a:solidFill>
                <a:latin typeface="Yu Gothic"/>
              </a:defRPr>
            </a:pPr>
            <a:r>
              <a:t>申込方法：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9857232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3F4B41"/>
                </a:solidFill>
                <a:latin typeface="Yu Gothic"/>
              </a:defRPr>
            </a:pPr>
            <a:r>
              <a:t>店頭でスタッフに申し込む（電話・インターネットでの申込はなし）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0369296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E697A"/>
                </a:solidFill>
                <a:latin typeface="Yu Gothic"/>
              </a:defRPr>
            </a:pPr>
            <a:r>
              <a:t>さくら花店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